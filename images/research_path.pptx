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73"/>
  </p:normalViewPr>
  <p:slideViewPr>
    <p:cSldViewPr snapToGrid="0">
      <p:cViewPr>
        <p:scale>
          <a:sx n="118" d="100"/>
          <a:sy n="118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5CFE4-E685-0808-A4BD-3558D3C75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76C7C-F999-C279-FA8F-0353B494E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C8EAC-05B1-F439-620D-349BEA29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54B27-3F5E-7867-E0F5-0F87A84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432EF-3D7B-6F79-CE2D-E53A4F56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7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8E5B-4B62-211E-B33D-8F903BC98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A13F-C69E-0444-93CE-CE83349D2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E9365-F3E8-E18C-88C6-A853C138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DE551-E32B-C48F-602A-42B5A8B6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12503-A607-AD95-84F3-4636429F3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2CCE5-F7D7-38B3-C5F8-90FEAF7C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2771F-5D9A-90DC-632B-B366BE247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A36C7-1704-6E0F-83A6-82B13FAF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98CAD-447E-8AA7-E997-78D815EA4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8A0DE-F4E9-4AF5-E69C-BDA54C8D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10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8257-039D-D29C-ACC4-0688BD16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06928-2EA5-47ED-C431-7FCCB1F690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E26D6-2811-2A91-1186-8427173C7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F043A-DBDF-8CC0-6B58-5B4D64D2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83210-1FAD-2615-1646-1B70229F9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2D145-7A01-8F54-9EE1-D2E3F88C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6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F0AC-28AC-4E42-39E3-2D9BE126E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74352-9F8F-587C-FBE6-2B63F39B9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FA7D5-0E37-5B5A-6F0C-F91FE4901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41E05-BA14-722E-A86F-31102D57A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A65E8-2E5D-8E28-310E-E9C10CCC6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47D9D1-BC37-52E8-8874-6DF0A9D07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3DD65-8DDF-554A-5ED9-606CB538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1B4A7A-DE9C-A078-FD5D-E7CE7E96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35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C7989-1487-F42F-8687-5E0426FEB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91FAA-5F0D-6A63-756B-FE6CE4D1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E35007-B573-123C-B4FB-782A4B685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88ED9D-D126-BF42-6861-41C550DE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6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241278-5C20-A06A-DF75-9AA7DFA9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290A62-5103-79BB-3E63-C7A7961C2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E454E-CEC9-E1DF-B5DF-0ACE204C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75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4B413-D610-3267-C655-33189AD65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A2D38-3E95-BDD3-0437-E0D72E584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4B02C-C1E6-E525-B10C-A8C3D353F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812BB-F29C-FC7C-648B-8FDBBFA7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F6A9E7-3D6C-C8A6-3C1F-D65401AF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322CA5-4411-2A00-8B62-89E3A60B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63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24D0B-CCF5-BEFE-9542-8F47EED7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76643-E30C-8A2B-8599-C8DBFA862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AA736-D630-41E7-B89C-FD12C4A0E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43B7D1-3F9A-9BBE-A781-06009A92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7E135-7F87-2723-62ED-83C07A85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68860-30C5-D8DC-F1F5-5EC4C9506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61E7-8F39-2977-7FE3-A296BFA9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B90E8-7B22-255A-F46F-FF3391183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0265F-D2BF-A90C-4216-F922DAA96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21F-DBF6-DB85-DBC7-1676528D7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358FA-258C-6849-3427-A3F6C8AF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7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8E7A6-E646-8370-1CDF-96D72B843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EFEA5-8A1C-BAB6-511D-11091BE99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B1D70-0914-6443-7378-35BF91A0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95DF-69EE-F9CE-DE33-58C1F574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0F628-8AC5-6B60-4ACD-5130DE64B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4D1C2-6A82-933B-9215-1ED18970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12E72-9BF5-8263-7CCF-1AA6C29C8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B7CAA-8E71-389F-F1D4-5B2173C30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B05F0-9587-7F47-83BA-F627342936F2}" type="datetimeFigureOut">
              <a:rPr lang="en-US" smtClean="0"/>
              <a:t>3/22/26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61B5-18BD-0B7E-92C7-C5322CB175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D865F-9C24-01B2-4B1B-18E79F7AB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3E45B-A401-F84F-8C69-8A6CC1E23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9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ent Arrow 35">
            <a:extLst>
              <a:ext uri="{FF2B5EF4-FFF2-40B4-BE49-F238E27FC236}">
                <a16:creationId xmlns:a16="http://schemas.microsoft.com/office/drawing/2014/main" id="{3BDD8B1D-5175-6840-3A44-C1F6CF323C4F}"/>
              </a:ext>
            </a:extLst>
          </p:cNvPr>
          <p:cNvSpPr/>
          <p:nvPr/>
        </p:nvSpPr>
        <p:spPr>
          <a:xfrm rot="5400000" flipH="1">
            <a:off x="4785925" y="1311161"/>
            <a:ext cx="1102668" cy="4273720"/>
          </a:xfrm>
          <a:prstGeom prst="bentArrow">
            <a:avLst>
              <a:gd name="adj1" fmla="val 7606"/>
              <a:gd name="adj2" fmla="val 7506"/>
              <a:gd name="adj3" fmla="val 14921"/>
              <a:gd name="adj4" fmla="val 2469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07F33841-025E-B749-0AFF-87B6A0FE5507}"/>
              </a:ext>
            </a:extLst>
          </p:cNvPr>
          <p:cNvSpPr/>
          <p:nvPr/>
        </p:nvSpPr>
        <p:spPr>
          <a:xfrm>
            <a:off x="3200400" y="3406675"/>
            <a:ext cx="5090984" cy="174580"/>
          </a:xfrm>
          <a:prstGeom prst="rightArrow">
            <a:avLst>
              <a:gd name="adj1" fmla="val 50000"/>
              <a:gd name="adj2" fmla="val 97410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aveat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76807C-DA9D-894C-56F0-4290086D28D3}"/>
              </a:ext>
            </a:extLst>
          </p:cNvPr>
          <p:cNvSpPr txBox="1"/>
          <p:nvPr/>
        </p:nvSpPr>
        <p:spPr>
          <a:xfrm>
            <a:off x="3653634" y="4689797"/>
            <a:ext cx="1887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veat" pitchFamily="2" charset="0"/>
              </a:rPr>
              <a:t>Video Understanding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60BF2C-FED2-9F67-4AED-CE229A2B2F6E}"/>
              </a:ext>
            </a:extLst>
          </p:cNvPr>
          <p:cNvSpPr txBox="1"/>
          <p:nvPr/>
        </p:nvSpPr>
        <p:spPr>
          <a:xfrm>
            <a:off x="4093212" y="2490273"/>
            <a:ext cx="146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veat" pitchFamily="2" charset="0"/>
              </a:rPr>
              <a:t>Vision/Language Modeling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DB93FE-A464-D377-9450-9DE7E1C8834E}"/>
              </a:ext>
            </a:extLst>
          </p:cNvPr>
          <p:cNvSpPr txBox="1"/>
          <p:nvPr/>
        </p:nvSpPr>
        <p:spPr>
          <a:xfrm>
            <a:off x="924119" y="3367874"/>
            <a:ext cx="2278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isha" panose="020B0502040204020203" pitchFamily="34" charset="-79"/>
                <a:cs typeface="Gisha" panose="020B0502040204020203" pitchFamily="34" charset="-79"/>
              </a:rPr>
              <a:t>Computer Graphics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F9AA53-33D8-AEBB-F6AC-32C1991F46C8}"/>
              </a:ext>
            </a:extLst>
          </p:cNvPr>
          <p:cNvSpPr txBox="1"/>
          <p:nvPr/>
        </p:nvSpPr>
        <p:spPr>
          <a:xfrm>
            <a:off x="1183087" y="3721433"/>
            <a:ext cx="2016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isha" panose="020B0502040204020203" pitchFamily="34" charset="-79"/>
                <a:cs typeface="Gisha" panose="020B0502040204020203" pitchFamily="34" charset="-79"/>
              </a:rPr>
              <a:t>Computer Vision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C5C5EB-E83F-6409-1F46-826B3D477B53}"/>
              </a:ext>
            </a:extLst>
          </p:cNvPr>
          <p:cNvSpPr txBox="1"/>
          <p:nvPr/>
        </p:nvSpPr>
        <p:spPr>
          <a:xfrm>
            <a:off x="5175872" y="1904837"/>
            <a:ext cx="1391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veat" pitchFamily="2" charset="0"/>
              </a:rPr>
              <a:t>3D Motion Reconstruction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0E2955-E065-DBE1-7A6B-E4E1237A9EA6}"/>
              </a:ext>
            </a:extLst>
          </p:cNvPr>
          <p:cNvSpPr txBox="1"/>
          <p:nvPr/>
        </p:nvSpPr>
        <p:spPr>
          <a:xfrm>
            <a:off x="725915" y="4086660"/>
            <a:ext cx="246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isha" panose="020B0502040204020203" pitchFamily="34" charset="-79"/>
                <a:cs typeface="Gisha" panose="020B0502040204020203" pitchFamily="34" charset="-79"/>
              </a:rPr>
              <a:t>Generative Modeling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B78B2B-060C-4959-D4E5-7E441BCB2F67}"/>
              </a:ext>
            </a:extLst>
          </p:cNvPr>
          <p:cNvSpPr txBox="1"/>
          <p:nvPr/>
        </p:nvSpPr>
        <p:spPr>
          <a:xfrm>
            <a:off x="6243253" y="4690185"/>
            <a:ext cx="186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veat" pitchFamily="2" charset="0"/>
              </a:rPr>
              <a:t>3D Motion Synthesis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E4B238-832A-9DAD-EF46-459E9D716C82}"/>
              </a:ext>
            </a:extLst>
          </p:cNvPr>
          <p:cNvSpPr txBox="1"/>
          <p:nvPr/>
        </p:nvSpPr>
        <p:spPr>
          <a:xfrm>
            <a:off x="6704002" y="2240329"/>
            <a:ext cx="1600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veat" pitchFamily="2" charset="0"/>
              </a:rPr>
              <a:t>Conditional Image Generation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79DCC8CC-94B6-FD7F-06A5-E39FFF4D07C5}"/>
              </a:ext>
            </a:extLst>
          </p:cNvPr>
          <p:cNvSpPr/>
          <p:nvPr/>
        </p:nvSpPr>
        <p:spPr>
          <a:xfrm>
            <a:off x="3200402" y="4127256"/>
            <a:ext cx="5090984" cy="174580"/>
          </a:xfrm>
          <a:prstGeom prst="rightArrow">
            <a:avLst>
              <a:gd name="adj1" fmla="val 50000"/>
              <a:gd name="adj2" fmla="val 90638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aveat" pitchFamily="2" charset="0"/>
            </a:endParaRPr>
          </a:p>
        </p:txBody>
      </p:sp>
      <p:sp>
        <p:nvSpPr>
          <p:cNvPr id="30" name="Bent Arrow 29">
            <a:extLst>
              <a:ext uri="{FF2B5EF4-FFF2-40B4-BE49-F238E27FC236}">
                <a16:creationId xmlns:a16="http://schemas.microsoft.com/office/drawing/2014/main" id="{3DB80982-FF91-C1CB-074F-E8864920C007}"/>
              </a:ext>
            </a:extLst>
          </p:cNvPr>
          <p:cNvSpPr/>
          <p:nvPr/>
        </p:nvSpPr>
        <p:spPr>
          <a:xfrm rot="5400000" flipH="1">
            <a:off x="3491581" y="2844294"/>
            <a:ext cx="1222784" cy="1807199"/>
          </a:xfrm>
          <a:prstGeom prst="bentArrow">
            <a:avLst>
              <a:gd name="adj1" fmla="val 6425"/>
              <a:gd name="adj2" fmla="val 7144"/>
              <a:gd name="adj3" fmla="val 13646"/>
              <a:gd name="adj4" fmla="val 2469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32" name="Bent Arrow 31">
            <a:extLst>
              <a:ext uri="{FF2B5EF4-FFF2-40B4-BE49-F238E27FC236}">
                <a16:creationId xmlns:a16="http://schemas.microsoft.com/office/drawing/2014/main" id="{409D0B13-973C-D532-9C46-6BFFB5F35A7D}"/>
              </a:ext>
            </a:extLst>
          </p:cNvPr>
          <p:cNvSpPr/>
          <p:nvPr/>
        </p:nvSpPr>
        <p:spPr>
          <a:xfrm rot="5400000" flipH="1">
            <a:off x="5262098" y="1936885"/>
            <a:ext cx="1462178" cy="3381780"/>
          </a:xfrm>
          <a:prstGeom prst="bentArrow">
            <a:avLst>
              <a:gd name="adj1" fmla="val 5142"/>
              <a:gd name="adj2" fmla="val 5508"/>
              <a:gd name="adj3" fmla="val 11485"/>
              <a:gd name="adj4" fmla="val 2469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35" name="Bent Arrow 34">
            <a:extLst>
              <a:ext uri="{FF2B5EF4-FFF2-40B4-BE49-F238E27FC236}">
                <a16:creationId xmlns:a16="http://schemas.microsoft.com/office/drawing/2014/main" id="{191760AD-5C8E-3D3C-798C-CBE4C32D8DC3}"/>
              </a:ext>
            </a:extLst>
          </p:cNvPr>
          <p:cNvSpPr/>
          <p:nvPr/>
        </p:nvSpPr>
        <p:spPr>
          <a:xfrm rot="5400000">
            <a:off x="5207913" y="2725400"/>
            <a:ext cx="1127823" cy="2801241"/>
          </a:xfrm>
          <a:prstGeom prst="bentArrow">
            <a:avLst>
              <a:gd name="adj1" fmla="val 7606"/>
              <a:gd name="adj2" fmla="val 8551"/>
              <a:gd name="adj3" fmla="val 17748"/>
              <a:gd name="adj4" fmla="val 24699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415BA228-8A1B-F9A2-2D45-F559E7919932}"/>
              </a:ext>
            </a:extLst>
          </p:cNvPr>
          <p:cNvSpPr/>
          <p:nvPr/>
        </p:nvSpPr>
        <p:spPr>
          <a:xfrm rot="5400000" flipH="1">
            <a:off x="4045711" y="1727921"/>
            <a:ext cx="1072359" cy="2762980"/>
          </a:xfrm>
          <a:prstGeom prst="bentArrow">
            <a:avLst>
              <a:gd name="adj1" fmla="val 7606"/>
              <a:gd name="adj2" fmla="val 8293"/>
              <a:gd name="adj3" fmla="val 15230"/>
              <a:gd name="adj4" fmla="val 24699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7C2624D3-9B8E-45E7-BFD0-264F003234E8}"/>
              </a:ext>
            </a:extLst>
          </p:cNvPr>
          <p:cNvSpPr/>
          <p:nvPr/>
        </p:nvSpPr>
        <p:spPr>
          <a:xfrm>
            <a:off x="3200399" y="3757569"/>
            <a:ext cx="5090984" cy="174580"/>
          </a:xfrm>
          <a:prstGeom prst="rightArrow">
            <a:avLst>
              <a:gd name="adj1" fmla="val 50000"/>
              <a:gd name="adj2" fmla="val 9063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atin typeface="Caveat" pitchFamily="2" charset="0"/>
            </a:endParaRPr>
          </a:p>
        </p:txBody>
      </p:sp>
      <p:sp>
        <p:nvSpPr>
          <p:cNvPr id="28" name="Bent Arrow 27">
            <a:extLst>
              <a:ext uri="{FF2B5EF4-FFF2-40B4-BE49-F238E27FC236}">
                <a16:creationId xmlns:a16="http://schemas.microsoft.com/office/drawing/2014/main" id="{E5D1CA75-CF63-5133-25EA-32490341F4EB}"/>
              </a:ext>
            </a:extLst>
          </p:cNvPr>
          <p:cNvSpPr/>
          <p:nvPr/>
        </p:nvSpPr>
        <p:spPr>
          <a:xfrm rot="5400000">
            <a:off x="3555179" y="3561353"/>
            <a:ext cx="781884" cy="1486219"/>
          </a:xfrm>
          <a:prstGeom prst="bentArrow">
            <a:avLst>
              <a:gd name="adj1" fmla="val 10445"/>
              <a:gd name="adj2" fmla="val 11807"/>
              <a:gd name="adj3" fmla="val 22652"/>
              <a:gd name="adj4" fmla="val 2469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44" name="Bent Arrow 43">
            <a:extLst>
              <a:ext uri="{FF2B5EF4-FFF2-40B4-BE49-F238E27FC236}">
                <a16:creationId xmlns:a16="http://schemas.microsoft.com/office/drawing/2014/main" id="{144E66D8-DA14-FEA9-941D-BB391DEC64F7}"/>
              </a:ext>
            </a:extLst>
          </p:cNvPr>
          <p:cNvSpPr/>
          <p:nvPr/>
        </p:nvSpPr>
        <p:spPr>
          <a:xfrm rot="5400000">
            <a:off x="6764528" y="4073851"/>
            <a:ext cx="403836" cy="828056"/>
          </a:xfrm>
          <a:prstGeom prst="bentArrow">
            <a:avLst>
              <a:gd name="adj1" fmla="val 19310"/>
              <a:gd name="adj2" fmla="val 22352"/>
              <a:gd name="adj3" fmla="val 46755"/>
              <a:gd name="adj4" fmla="val 24699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  <p:sp>
        <p:nvSpPr>
          <p:cNvPr id="48" name="Bent Arrow 47">
            <a:extLst>
              <a:ext uri="{FF2B5EF4-FFF2-40B4-BE49-F238E27FC236}">
                <a16:creationId xmlns:a16="http://schemas.microsoft.com/office/drawing/2014/main" id="{ED300B9D-040D-6336-46E9-0178EA520466}"/>
              </a:ext>
            </a:extLst>
          </p:cNvPr>
          <p:cNvSpPr/>
          <p:nvPr/>
        </p:nvSpPr>
        <p:spPr>
          <a:xfrm rot="5400000" flipH="1">
            <a:off x="3631244" y="2824881"/>
            <a:ext cx="862981" cy="1486219"/>
          </a:xfrm>
          <a:prstGeom prst="bentArrow">
            <a:avLst>
              <a:gd name="adj1" fmla="val 8714"/>
              <a:gd name="adj2" fmla="val 9897"/>
              <a:gd name="adj3" fmla="val 19051"/>
              <a:gd name="adj4" fmla="val 2469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Cave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528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4490</TotalTime>
  <Words>21</Words>
  <Application>Microsoft Macintosh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Caveat</vt:lpstr>
      <vt:lpstr>Gisha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Ofir Abramovich</dc:creator>
  <cp:lastModifiedBy>Ofir Abramovich</cp:lastModifiedBy>
  <cp:revision>2</cp:revision>
  <dcterms:created xsi:type="dcterms:W3CDTF">2026-03-22T11:49:19Z</dcterms:created>
  <dcterms:modified xsi:type="dcterms:W3CDTF">2026-03-25T14:40:02Z</dcterms:modified>
</cp:coreProperties>
</file>